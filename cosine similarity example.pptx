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9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4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3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9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1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4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2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0BDF8-92E1-4112-B5D9-DD112E93D9F8}" type="datetimeFigureOut">
              <a:rPr lang="en-US" smtClean="0"/>
              <a:t>9/5/2021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03033-897F-4A20-B12C-F956708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5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2100" y="6936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D1: “new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york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times” </a:t>
            </a:r>
          </a:p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D2: “new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york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post” </a:t>
            </a:r>
          </a:p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D3: “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los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angeles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times”</a:t>
            </a:r>
            <a:endParaRPr lang="en-US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917698" y="2025993"/>
          <a:ext cx="7048500" cy="157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500" y="1679486"/>
            <a:ext cx="49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Count raw </a:t>
            </a:r>
            <a:r>
              <a:rPr lang="en-US" dirty="0" err="1" smtClean="0"/>
              <a:t>tf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044699" y="4505067"/>
          <a:ext cx="7048500" cy="157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44600" y="4034136"/>
            <a:ext cx="49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Calculate weighted </a:t>
            </a:r>
            <a:r>
              <a:rPr lang="en-US" dirty="0" err="1" smtClean="0"/>
              <a:t>tf</a:t>
            </a:r>
            <a:r>
              <a:rPr lang="en-US" dirty="0" smtClean="0"/>
              <a:t> = 1+log(</a:t>
            </a:r>
            <a:r>
              <a:rPr lang="en-US" dirty="0" err="1" smtClean="0"/>
              <a:t>raw_tf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6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7900" y="825500"/>
            <a:ext cx="379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Calculate IDF=log(N/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257300" y="1354666"/>
          <a:ext cx="41275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angeles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Log3=0.477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Log3=0.477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Log1.5=0.176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Log3=0.477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Log1.5=0.176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york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Log1.5=0.176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52900" y="825500"/>
            <a:ext cx="17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N=3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7900" y="3739540"/>
            <a:ext cx="589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Calculate </a:t>
            </a:r>
            <a:r>
              <a:rPr lang="en-US" dirty="0" err="1" smtClean="0"/>
              <a:t>tf-idf</a:t>
            </a:r>
            <a:r>
              <a:rPr lang="en-US" dirty="0" smtClean="0"/>
              <a:t>=</a:t>
            </a:r>
            <a:r>
              <a:rPr lang="en-US" dirty="0" err="1" smtClean="0"/>
              <a:t>tf</a:t>
            </a:r>
            <a:r>
              <a:rPr lang="en-US" dirty="0" smtClean="0"/>
              <a:t>*</a:t>
            </a:r>
            <a:r>
              <a:rPr lang="en-US" dirty="0" err="1" smtClean="0"/>
              <a:t>idf</a:t>
            </a:r>
            <a:r>
              <a:rPr lang="en-US" dirty="0" smtClean="0"/>
              <a:t>=(1+log(</a:t>
            </a:r>
            <a:r>
              <a:rPr lang="en-US" dirty="0" err="1" smtClean="0"/>
              <a:t>raw_tf</a:t>
            </a:r>
            <a:r>
              <a:rPr lang="en-US" dirty="0" smtClean="0"/>
              <a:t>))*log(N/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250950" y="4268706"/>
          <a:ext cx="7048500" cy="157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91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7600" y="736600"/>
            <a:ext cx="743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 Calculate cosine similarity  </a:t>
            </a:r>
            <a:endParaRPr lang="en-US" dirty="0"/>
          </a:p>
        </p:txBody>
      </p:sp>
      <p:pic>
        <p:nvPicPr>
          <p:cNvPr id="4" name="Picture 3" descr="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50" y="542252"/>
            <a:ext cx="4664100" cy="7580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21607"/>
              </p:ext>
            </p:extLst>
          </p:nvPr>
        </p:nvGraphicFramePr>
        <p:xfrm>
          <a:off x="1663700" y="4191000"/>
          <a:ext cx="6362699" cy="1460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3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Cosine similarity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0.377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0.146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0.377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0.146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smtClean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956260" y="1578818"/>
                <a:ext cx="8489923" cy="600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latin typeface="Cambria Math" panose="02040503050406030204" pitchFamily="18" charset="0"/>
                        </a:rPr>
                        <m:t>o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s</m:t>
                          </m:r>
                        </m:fName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2)=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0.176×0.176+0.176×0.176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0.477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=0.377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60" y="1578818"/>
                <a:ext cx="8489923" cy="600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91506" y="2352203"/>
                <a:ext cx="8619430" cy="600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latin typeface="Cambria Math" panose="02040503050406030204" pitchFamily="18" charset="0"/>
                        </a:rPr>
                        <m:t>o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s</m:t>
                          </m:r>
                        </m:fName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3)=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0.176×0.176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0.477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0.477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0.176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=0.146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06" y="2352203"/>
                <a:ext cx="8619430" cy="600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520408" y="3198844"/>
                <a:ext cx="172688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i="0">
                          <a:latin typeface="Cambria Math" panose="02040503050406030204" pitchFamily="18" charset="0"/>
                        </a:rPr>
                        <m:t>o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s</m:t>
                          </m:r>
                        </m:fName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2, 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3)=0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408" y="3198844"/>
                <a:ext cx="1726883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13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</Words>
  <Application>Microsoft Office PowerPoint</Application>
  <PresentationFormat>Widescreen</PresentationFormat>
  <Paragraphs>124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SimSun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Florida 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Dingding Wang</dc:creator>
  <cp:lastModifiedBy>Dingding Wang</cp:lastModifiedBy>
  <cp:revision>4</cp:revision>
  <dcterms:created xsi:type="dcterms:W3CDTF">2021-09-05T14:18:40Z</dcterms:created>
  <dcterms:modified xsi:type="dcterms:W3CDTF">2021-09-05T14:31:58Z</dcterms:modified>
</cp:coreProperties>
</file>